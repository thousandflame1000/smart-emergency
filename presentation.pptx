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🏘️ 鄰里守望平台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7ACB2"/>
                </a:solidFill>
              </a:rPr>
              <a:t>平時照顧長者，災時守護社區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BBDD"/>
                </a:solidFill>
              </a:rPr>
              <a:t>智慧科技  ×  社區互助  ×  LINE 即時通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389120"/>
            <a:ext cx="3959352" cy="54864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46634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</a:rPr>
              <a:t>2026 第十屆全國慈悲科技創新競賽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問題定義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台灣獨居長者面臨的困境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65176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87 萬人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DEEFF"/>
                </a:solidFill>
              </a:rPr>
              <a:t>65歲以上獨居長者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54480"/>
            <a:ext cx="265176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14 小時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06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DEEFF"/>
                </a:solidFill>
              </a:rPr>
              <a:t>緊急狀況到被發現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2651760" cy="1920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200+ 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06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DEEFF"/>
                </a:solidFill>
              </a:rPr>
              <a:t>每位社工負責長者數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554480"/>
            <a:ext cx="2651760" cy="1920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無平台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DEEFF"/>
                </a:solidFill>
              </a:rPr>
              <a:t>災時資源分配混亂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276"/>
                </a:solidFill>
              </a:rPr>
              <a:t>三大核心痛點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👴 長者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身體不適找不到人，求助管道複雜，獨居無人知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206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🙋 志工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709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每天電話逐一問候費時，急救知識不足，災時找不到資源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206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🖥️ 管理員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709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沒有即時全貌，不知道誰需要幫助、物資在哪裡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我們的解法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三合一智慧照護平台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</a:rPr>
              <a:t>🟢 日常模式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</a:rPr>
              <a:t>🚨 緊急模式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📱 LINE 每日打卡  →  長者按一個按鈕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⏰ 未回應自動升級通知家屬/志工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🤖 AI 急救知識即時回答（RAG）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729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📊 儀表板即時掌握全局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659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🚨 管理員一鍵切換緊急模式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41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🗺️ 資源地圖即時顯示庇護所/物資站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072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📦 物資供需自動媒合＋通知志工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729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📢 廣播 LINE 通知所有用戶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463040"/>
            <a:ext cx="73152" cy="3108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651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5276"/>
                </a:solidFill>
              </a:rPr>
              <a:t>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11338560" cy="82296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28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💡 關鍵創新：用 LINE（長者最熟悉的工具）做照護，零學習成本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系統流程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三個角色的使用體驗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566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👴 長者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32004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311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08:00 收到 LINE 打卡訊息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32004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363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09981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按 ✅ 我很好  →  打卡完成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32004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0507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96849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不舒服按 🆘 需要幫忙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5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09159"/>
            <a:ext cx="32004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7375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3717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家屬 + 志工立刻收到通知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508760"/>
            <a:ext cx="3566160" cy="502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1536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🙋 志工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10312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2103120"/>
            <a:ext cx="320040" cy="749808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22311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收到未回應警報（LINE 推播）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97180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2971800"/>
            <a:ext cx="320040" cy="749808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31363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09981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LINE 直接問：「老人跌倒怎辦」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84047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3840479"/>
            <a:ext cx="320040" cy="749808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00507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396849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AI 3 秒內回答完整 SOP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70915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4709159"/>
            <a:ext cx="320040" cy="749808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487375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483717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確認安全後一鍵回報完成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1508760"/>
            <a:ext cx="3566160" cy="502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1536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🖥️ 管理員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210312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2103120"/>
            <a:ext cx="320040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8" y="22311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儀表板看今日打卡全貌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2971800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20" y="2971800"/>
            <a:ext cx="320040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31363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8" y="309981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地圖顯示長者位置（顏色標記）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384047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20" y="3840479"/>
            <a:ext cx="320040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0" y="400507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0768" y="396849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一鍵切換緊急模式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4709159"/>
            <a:ext cx="3566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46720" y="4709159"/>
            <a:ext cx="320040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0" y="487375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483717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資源地圖 + 自動媒合物資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技術架構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全雲端部署，免費運行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1133856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LINE Bot  ←→  FastAPI (Railway 24/7)  ←→  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3566160" cy="4114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🤖 AI 知識庫 (RAG)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272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Gemini embedding-001（3072維向量）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216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numpy cosine 語義搜尋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9976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43983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知識庫：CPR / 中風 / 地震...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38344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023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問題 → 向量 → 比對 → 生成回答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606040"/>
            <a:ext cx="35661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633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⏰ 排程系統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063240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1272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每天 08:00 發送打卡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7216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78561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每 15 分鐘偵測未回應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379976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443983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每 30 分鐘自動媒合物資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5038344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1023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APScheduler 內嵌於後端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606040"/>
            <a:ext cx="356616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2633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📱 LINE Bot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063240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1272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Flex Message 漂亮按鈕卡片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7216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78561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Rich Menu 固定底部選單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379976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443983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Postback 按鈕回調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038344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51023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▸ 自動抓取用戶顯示名稱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989320"/>
            <a:ext cx="1133856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5276"/>
                </a:solidFill>
              </a:rPr>
              <a:t>🆓 全免費部署  ·  Railway + PostgreSQL + Gemini API + LINE Bot  =  $0/月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系統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線上可直接操作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56616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📊 主儀表板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35661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即時打卡狀態（已回應/未回應/等待）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Leaflet 地圖顯示長者位置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物資點標記 + 警報記錄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底部 AI 助手直接問問題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508760"/>
            <a:ext cx="35661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⚙️ 管理後台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011680"/>
            <a:ext cx="35661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1214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長者 / 志工 / 家屬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871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物資管理 + 一鍵自動媒合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852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知識庫上傳自訂文件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18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立即發送打卡（Demo 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08760"/>
            <a:ext cx="3566160" cy="4572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📱 LINE Bot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011680"/>
            <a:ext cx="35661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214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底部 Rich Menu 四個快速按鈕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871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漂亮 Flex Message 打卡卡片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529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志工直接問問題→AI秒回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18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▸ 自動偵測新用戶並歡迎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29200"/>
            <a:ext cx="1133856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93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ACB2"/>
                </a:solidFill>
              </a:rPr>
              <a:t>🌐  https://smart-emergency-production-d744.up.railway.app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社會影響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D4E8"/>
                </a:solidFill>
              </a:rPr>
              <a:t>數字說話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鄰里守望平台  ·  2026 慈悲科技創新競賽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26517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照護效率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7AE60"/>
                </a:solidFill>
              </a:rPr>
              <a:t>⬆️ 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1 位志工可照顧 50+ 長者
（現況 5-10 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508760"/>
            <a:ext cx="2651760" cy="502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527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通知延誤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031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7ACB2"/>
                </a:solidFill>
              </a:rPr>
              <a:t>⬇️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200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自動偵測未回應
平均 1 小時內通知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50876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527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急救知識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031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E67E22"/>
                </a:solidFill>
              </a:rPr>
              <a:t>✅ 即時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00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SOP 查詢從 Google 10 分鐘
縮短為 3 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508760"/>
            <a:ext cx="26517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527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擴散潛力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1031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E74C3C"/>
                </a:solidFill>
              </a:rPr>
              <a:t>🔄 可複製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00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開源部署，任何社區
里辦公室都能使用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11338560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「科技的溫度，在於讓最脆弱的人感受到最即時的關懷。」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7ACB2"/>
                </a:solidFill>
              </a:rPr>
              <a:t>鄰里守望平台  ——  數位時代的守望相助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🏘️ 鄰里守望平台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459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7ACB2"/>
                </a:solidFill>
              </a:rPr>
              <a:t>平時照顧長者，災時守護社區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423160"/>
            <a:ext cx="3959352" cy="54864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651760"/>
            <a:ext cx="7616952" cy="5486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724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CB2"/>
                </a:solidFill>
              </a:rPr>
              <a:t>🌐 線上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CCEE"/>
                </a:solidFill>
              </a:rPr>
              <a:t>https://smart-emergency-production-d744.up.railway.app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310128"/>
            <a:ext cx="7616952" cy="5486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CB2"/>
                </a:solidFill>
              </a:rPr>
              <a:t>⚙️ 管理後台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01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CCEE"/>
                </a:solidFill>
              </a:rPr>
              <a:t>https://smart-emergency-production-d744.up.railway.app/admin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968496"/>
            <a:ext cx="7616952" cy="5486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CB2"/>
                </a:solidFill>
              </a:rPr>
              <a:t>📖 API 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59935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CCEE"/>
                </a:solidFill>
              </a:rPr>
              <a:t>https://smart-emergency-production-d744.up.railway.app/docs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626864"/>
            <a:ext cx="7616952" cy="5486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7000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CB2"/>
                </a:solidFill>
              </a:rPr>
              <a:t>💻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183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CCEE"/>
                </a:solidFill>
              </a:rPr>
              <a:t>https://github.com/thousandflame1000/smart-emergency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感謝聆聽 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